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480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618E28-0D5E-47D8-9C2C-0A8A26D7B4DF}" type="datetime1">
              <a:rPr lang="ru-RU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63329" y="209006"/>
            <a:ext cx="1323381" cy="3617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7286" y="118525"/>
            <a:ext cx="783447" cy="4545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99722" y="279206"/>
            <a:ext cx="933773" cy="1332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22484" y="209006"/>
            <a:ext cx="927457" cy="2736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68329" y="209006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0FC2D7C-BD08-4E8D-81FB-B7126A57FEF9}" type="datetime1">
              <a:rPr lang="ru-RU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E8F45C-D6FB-4947-BAB5-C8D126959F27}" type="datetime1">
              <a:rPr lang="ru-RU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66AEFB2-ACA5-4A72-AAC1-C6F952E6C104}" type="datetime1">
              <a:rPr lang="ru-RU"/>
              <a:t>26.05.2026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4B9A982-5645-43B9-84A1-905FB65FDC9E}" type="datetime1">
              <a:rPr lang="ru-RU"/>
              <a:t>26.05.2026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B351DB-CC90-4EF1-B727-81968AB6A722}" type="datetime1">
              <a:rPr lang="ru-RU"/>
              <a:t>26.05.2026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1A031DB-D346-4986-93C2-BC1ADF970FE5}" type="datetime1">
              <a:rPr lang="ru-RU"/>
              <a:t>26.05.2026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9DBCAF6-18F4-4F9C-9CCF-3E506739B393}" type="datetime1">
              <a:rPr lang="ru-RU"/>
              <a:t>26.05.2026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4A2D6C-751F-4902-A10B-6D1BB14184D8}" type="datetime1">
              <a:rPr lang="ru-RU"/>
              <a:t>26.05.2026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199DC5-DB7C-4D8D-9C1C-B3627CE70E71}" type="datetime1">
              <a:rPr lang="ru-RU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93288B-1062-4A24-AFE1-BDB914941150}" type="datetime1">
              <a:rPr lang="ru-RU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560E26F-59BD-4CE3-9E55-A0DE13F72C05}" type="datetime1">
              <a:rPr lang="ru-RU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206128" y="2746904"/>
            <a:ext cx="11779744" cy="751785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ru-RU" sz="4000" dirty="0" smtClean="0">
                <a:solidFill>
                  <a:srgbClr val="07226D"/>
                </a:solidFill>
                <a:latin typeface="Arial"/>
                <a:cs typeface="Arial"/>
              </a:rPr>
              <a:t>Консольная игра «Лавка магических предметов»</a:t>
            </a:r>
            <a:endParaRPr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6400840" y="4562519"/>
            <a:ext cx="5585032" cy="1655762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 sz="2000" b="1" dirty="0" smtClean="0">
                <a:solidFill>
                  <a:srgbClr val="07226D"/>
                </a:solidFill>
                <a:latin typeface="Arial"/>
                <a:cs typeface="Arial"/>
              </a:rPr>
              <a:t>Автор</a:t>
            </a:r>
            <a:r>
              <a:rPr lang="ru-RU" sz="2000" b="1" dirty="0" smtClean="0">
                <a:solidFill>
                  <a:srgbClr val="07226D"/>
                </a:solidFill>
                <a:latin typeface="Arial"/>
                <a:cs typeface="Arial"/>
              </a:rPr>
              <a:t>: Тихонов Денис</a:t>
            </a:r>
            <a:endParaRPr dirty="0"/>
          </a:p>
          <a:p>
            <a:pPr>
              <a:defRPr/>
            </a:pPr>
            <a:r>
              <a:rPr lang="ru-RU" sz="2000" b="1" dirty="0">
                <a:solidFill>
                  <a:srgbClr val="07226D"/>
                </a:solidFill>
                <a:latin typeface="Arial"/>
                <a:cs typeface="Arial"/>
              </a:rPr>
              <a:t>Курс: </a:t>
            </a:r>
            <a:r>
              <a:rPr lang="ru-RU" sz="2000" b="1" dirty="0" smtClean="0">
                <a:solidFill>
                  <a:srgbClr val="07226D"/>
                </a:solidFill>
                <a:latin typeface="Arial"/>
                <a:cs typeface="Arial"/>
              </a:rPr>
              <a:t>Системное администрирование</a:t>
            </a:r>
            <a:endParaRPr dirty="0"/>
          </a:p>
          <a:p>
            <a:pPr>
              <a:defRPr/>
            </a:pPr>
            <a:r>
              <a:rPr lang="ru-RU" sz="2000" b="1" dirty="0" smtClean="0">
                <a:solidFill>
                  <a:srgbClr val="07226D"/>
                </a:solidFill>
                <a:latin typeface="Arial"/>
                <a:cs typeface="Arial"/>
              </a:rPr>
              <a:t>Амурский колледж строительства и жилищно-коммунального хозяйства. 26.05.2026</a:t>
            </a:r>
            <a:endParaRPr lang="ru-RU" dirty="0">
              <a:solidFill>
                <a:srgbClr val="07226D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Проблема и актуальность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 smtClean="0">
                <a:solidFill>
                  <a:srgbClr val="07226D"/>
                </a:solidFill>
                <a:latin typeface="Arial"/>
                <a:cs typeface="Arial"/>
              </a:rPr>
              <a:t>Необходимо освоить разработку полноценного консольного приложения на </a:t>
            </a:r>
            <a:r>
              <a:rPr lang="en-US" dirty="0" smtClean="0">
                <a:solidFill>
                  <a:srgbClr val="07226D"/>
                </a:solidFill>
                <a:latin typeface="Arial"/>
                <a:cs typeface="Arial"/>
              </a:rPr>
              <a:t>Python</a:t>
            </a:r>
            <a:endParaRPr dirty="0"/>
          </a:p>
          <a:p>
            <a:pPr>
              <a:defRPr/>
            </a:pPr>
            <a:r>
              <a:rPr lang="ru-RU" dirty="0" smtClean="0">
                <a:solidFill>
                  <a:srgbClr val="07226D"/>
                </a:solidFill>
                <a:latin typeface="Arial"/>
                <a:cs typeface="Arial"/>
              </a:rPr>
              <a:t>Важно научиться писать и тестировать код, работать с </a:t>
            </a:r>
            <a:r>
              <a:rPr lang="en-US" dirty="0" smtClean="0">
                <a:solidFill>
                  <a:srgbClr val="07226D"/>
                </a:solidFill>
                <a:latin typeface="Arial"/>
                <a:cs typeface="Arial"/>
              </a:rPr>
              <a:t>GitHub</a:t>
            </a:r>
            <a:r>
              <a:rPr lang="ru-RU" dirty="0" smtClean="0">
                <a:solidFill>
                  <a:srgbClr val="07226D"/>
                </a:solidFill>
                <a:latin typeface="Arial"/>
                <a:cs typeface="Arial"/>
              </a:rPr>
              <a:t> и создавать готовый</a:t>
            </a:r>
            <a:r>
              <a:rPr lang="en-US" dirty="0" smtClean="0">
                <a:solidFill>
                  <a:srgbClr val="07226D"/>
                </a:solidFill>
                <a:latin typeface="Arial"/>
                <a:cs typeface="Arial"/>
              </a:rPr>
              <a:t> .exe </a:t>
            </a:r>
            <a:r>
              <a:rPr lang="ru-RU" dirty="0" smtClean="0">
                <a:solidFill>
                  <a:srgbClr val="07226D"/>
                </a:solidFill>
                <a:latin typeface="Arial"/>
                <a:cs typeface="Arial"/>
              </a:rPr>
              <a:t>файл</a:t>
            </a:r>
            <a:endParaRPr dirty="0" smtClean="0"/>
          </a:p>
          <a:p>
            <a:pPr>
              <a:defRPr/>
            </a:pPr>
            <a:r>
              <a:rPr lang="ru-RU" dirty="0" smtClean="0">
                <a:solidFill>
                  <a:srgbClr val="07226D"/>
                </a:solidFill>
                <a:latin typeface="Arial"/>
                <a:cs typeface="Arial"/>
              </a:rPr>
              <a:t>Проект полезен студенту: формирует практические навыки программирования и позволяет получить готовый программный продукт.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2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Цель и задачи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Разработать работоспособное консольное приложение на языке </a:t>
            </a:r>
            <a:r>
              <a:rPr lang="en-US" dirty="0"/>
              <a:t>python</a:t>
            </a:r>
            <a:r>
              <a:rPr lang="ru-RU" dirty="0"/>
              <a:t> в виде игры-симулятора «Лавка магических предметов», протестировать его, собрать исполняемый файл с помощью </a:t>
            </a:r>
            <a:r>
              <a:rPr lang="en-US" dirty="0" err="1"/>
              <a:t>PyInstaller</a:t>
            </a:r>
            <a:r>
              <a:rPr lang="ru-RU" dirty="0"/>
              <a:t> и разместить проект на </a:t>
            </a:r>
            <a:r>
              <a:rPr lang="en-US" dirty="0" smtClean="0"/>
              <a:t>GitHub</a:t>
            </a:r>
            <a:endParaRPr lang="ru-RU" dirty="0" smtClean="0"/>
          </a:p>
          <a:p>
            <a:pPr>
              <a:defRPr/>
            </a:pPr>
            <a:r>
              <a:rPr lang="ru-RU" dirty="0" smtClean="0">
                <a:solidFill>
                  <a:srgbClr val="07226D"/>
                </a:solidFill>
                <a:latin typeface="Arial"/>
                <a:cs typeface="Arial"/>
              </a:rPr>
              <a:t>1. Придумать идею</a:t>
            </a:r>
          </a:p>
          <a:p>
            <a:pPr>
              <a:defRPr/>
            </a:pPr>
            <a:r>
              <a:rPr lang="ru-RU" dirty="0" smtClean="0">
                <a:solidFill>
                  <a:srgbClr val="07226D"/>
                </a:solidFill>
                <a:latin typeface="Arial"/>
                <a:cs typeface="Arial"/>
              </a:rPr>
              <a:t>2. Разработать код</a:t>
            </a:r>
          </a:p>
          <a:p>
            <a:pPr>
              <a:defRPr/>
            </a:pPr>
            <a:r>
              <a:rPr lang="ru-RU" dirty="0" smtClean="0">
                <a:solidFill>
                  <a:srgbClr val="07226D"/>
                </a:solidFill>
                <a:latin typeface="Arial"/>
                <a:cs typeface="Arial"/>
              </a:rPr>
              <a:t>3. Фиксировать этапы разработки через </a:t>
            </a:r>
            <a:r>
              <a:rPr lang="en-US" dirty="0" smtClean="0">
                <a:solidFill>
                  <a:srgbClr val="07226D"/>
                </a:solidFill>
                <a:latin typeface="Arial"/>
                <a:cs typeface="Arial"/>
              </a:rPr>
              <a:t>GitHub</a:t>
            </a:r>
          </a:p>
          <a:p>
            <a:pPr>
              <a:defRPr/>
            </a:pPr>
            <a:r>
              <a:rPr lang="en-US" dirty="0" smtClean="0">
                <a:solidFill>
                  <a:srgbClr val="07226D"/>
                </a:solidFill>
                <a:latin typeface="Arial"/>
                <a:cs typeface="Arial"/>
              </a:rPr>
              <a:t>4.</a:t>
            </a:r>
            <a:r>
              <a:rPr lang="ru-RU" dirty="0" smtClean="0">
                <a:solidFill>
                  <a:srgbClr val="07226D"/>
                </a:solidFill>
                <a:latin typeface="Arial"/>
                <a:cs typeface="Arial"/>
              </a:rPr>
              <a:t> Создать исполняемый файл через  </a:t>
            </a:r>
            <a:r>
              <a:rPr lang="en-US" dirty="0" err="1" smtClean="0">
                <a:solidFill>
                  <a:srgbClr val="07226D"/>
                </a:solidFill>
                <a:latin typeface="Arial"/>
                <a:cs typeface="Arial"/>
              </a:rPr>
              <a:t>PyInstaller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Краткое описание решения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 smtClean="0">
                <a:solidFill>
                  <a:srgbClr val="07226D"/>
                </a:solidFill>
                <a:latin typeface="Arial"/>
                <a:cs typeface="Arial"/>
              </a:rPr>
              <a:t>Консольная игра в которой пользователь управляет лавкой магических предметов</a:t>
            </a:r>
          </a:p>
          <a:p>
            <a:pPr>
              <a:defRPr/>
            </a:pPr>
            <a:r>
              <a:rPr lang="ru-RU" dirty="0" smtClean="0">
                <a:solidFill>
                  <a:srgbClr val="07226D"/>
                </a:solidFill>
                <a:latin typeface="Arial"/>
                <a:cs typeface="Arial"/>
              </a:rPr>
              <a:t>Программа работает с игровыми данными: золото, товары, склад, репутация, игровые дни и сохранение прогресса.</a:t>
            </a:r>
            <a:endParaRPr dirty="0"/>
          </a:p>
          <a:p>
            <a:pPr>
              <a:defRPr/>
            </a:pPr>
            <a:r>
              <a:rPr lang="ru-RU" dirty="0" smtClean="0">
                <a:solidFill>
                  <a:srgbClr val="07226D"/>
                </a:solidFill>
                <a:latin typeface="Arial"/>
                <a:cs typeface="Arial"/>
              </a:rPr>
              <a:t>Главные функции: закупка, продажа товаров, обслуживание покупателей, случайные события, сохранение игры и вывод итоговой статистики.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Технологии и инструменты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 err="1">
                <a:solidFill>
                  <a:srgbClr val="07226D"/>
                </a:solidFill>
                <a:latin typeface="Arial"/>
                <a:cs typeface="Arial"/>
              </a:rPr>
              <a:t>Python</a:t>
            </a: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 </a:t>
            </a:r>
            <a:r>
              <a:rPr lang="ru-RU" dirty="0" smtClean="0">
                <a:solidFill>
                  <a:srgbClr val="07226D"/>
                </a:solidFill>
                <a:latin typeface="Arial"/>
                <a:cs typeface="Arial"/>
              </a:rPr>
              <a:t>3</a:t>
            </a:r>
            <a:endParaRPr lang="en-US" dirty="0" smtClean="0">
              <a:solidFill>
                <a:srgbClr val="07226D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dirty="0" smtClean="0">
                <a:solidFill>
                  <a:srgbClr val="07226D"/>
                </a:solidFill>
                <a:latin typeface="Arial"/>
                <a:cs typeface="Arial"/>
              </a:rPr>
              <a:t>Библиотеки: </a:t>
            </a:r>
            <a:r>
              <a:rPr lang="en-US" dirty="0" err="1" smtClean="0">
                <a:solidFill>
                  <a:srgbClr val="07226D"/>
                </a:solidFill>
                <a:latin typeface="Arial"/>
                <a:cs typeface="Arial"/>
              </a:rPr>
              <a:t>PyInstaller</a:t>
            </a:r>
            <a:r>
              <a:rPr lang="en-US" dirty="0" smtClean="0">
                <a:solidFill>
                  <a:srgbClr val="07226D"/>
                </a:solidFill>
                <a:latin typeface="Arial"/>
                <a:cs typeface="Arial"/>
              </a:rPr>
              <a:t>, </a:t>
            </a:r>
            <a:r>
              <a:rPr lang="en-US" dirty="0" err="1" smtClean="0">
                <a:solidFill>
                  <a:srgbClr val="07226D"/>
                </a:solidFill>
                <a:latin typeface="Arial"/>
                <a:cs typeface="Arial"/>
              </a:rPr>
              <a:t>json</a:t>
            </a:r>
            <a:r>
              <a:rPr lang="en-US" dirty="0" smtClean="0">
                <a:solidFill>
                  <a:srgbClr val="07226D"/>
                </a:solidFill>
                <a:latin typeface="Arial"/>
                <a:cs typeface="Arial"/>
              </a:rPr>
              <a:t>, random, </a:t>
            </a:r>
            <a:r>
              <a:rPr lang="en-US" dirty="0" err="1" smtClean="0">
                <a:solidFill>
                  <a:srgbClr val="07226D"/>
                </a:solidFill>
                <a:latin typeface="Arial"/>
                <a:cs typeface="Arial"/>
              </a:rPr>
              <a:t>pathlib</a:t>
            </a:r>
            <a:endParaRPr dirty="0"/>
          </a:p>
          <a:p>
            <a:pPr>
              <a:defRPr/>
            </a:pPr>
            <a:r>
              <a:rPr lang="en-US" dirty="0" smtClean="0">
                <a:solidFill>
                  <a:srgbClr val="07226D"/>
                </a:solidFill>
                <a:latin typeface="Arial"/>
                <a:cs typeface="Arial"/>
              </a:rPr>
              <a:t>Idle </a:t>
            </a:r>
            <a:r>
              <a:rPr lang="ru-RU" dirty="0" smtClean="0">
                <a:solidFill>
                  <a:srgbClr val="07226D"/>
                </a:solidFill>
                <a:latin typeface="Arial"/>
                <a:cs typeface="Arial"/>
              </a:rPr>
              <a:t>от </a:t>
            </a:r>
            <a:r>
              <a:rPr lang="en-US" dirty="0" smtClean="0">
                <a:solidFill>
                  <a:srgbClr val="07226D"/>
                </a:solidFill>
                <a:latin typeface="Arial"/>
                <a:cs typeface="Arial"/>
              </a:rPr>
              <a:t>Python</a:t>
            </a:r>
            <a:endParaRPr dirty="0"/>
          </a:p>
          <a:p>
            <a:pPr>
              <a:defRPr/>
            </a:pPr>
            <a:r>
              <a:rPr lang="ru-RU" dirty="0" smtClean="0">
                <a:solidFill>
                  <a:srgbClr val="07226D"/>
                </a:solidFill>
                <a:latin typeface="Arial"/>
                <a:cs typeface="Arial"/>
              </a:rPr>
              <a:t>Данные хранятся непосредственно в структуре проекта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Алгоритм / структура кода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 smtClean="0"/>
              <a:t>Основной файл </a:t>
            </a:r>
            <a:r>
              <a:rPr lang="en-US" dirty="0" smtClean="0"/>
              <a:t>main.py</a:t>
            </a:r>
            <a:r>
              <a:rPr lang="ru-RU" dirty="0" smtClean="0"/>
              <a:t>: меню, запуск игры, обработка действий пользователя.</a:t>
            </a:r>
          </a:p>
          <a:p>
            <a:pPr>
              <a:defRPr/>
            </a:pPr>
            <a:r>
              <a:rPr lang="ru-RU" dirty="0" smtClean="0"/>
              <a:t>Ключевые функции: новая игра, закупка и продажа товаров, события, сохранение и загрузка, итоговая статистика</a:t>
            </a:r>
          </a:p>
          <a:p>
            <a:pPr>
              <a:defRPr/>
            </a:pPr>
            <a:r>
              <a:rPr lang="ru-RU" dirty="0" smtClean="0"/>
              <a:t>Логика работы: запуск , затем выбор действия, потом изменение золота, склада и репутации, завершение дня и проверка победы.</a:t>
            </a:r>
          </a:p>
          <a:p>
            <a:pPr>
              <a:defRPr/>
            </a:pP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6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Демонстрация программы</a:t>
            </a:r>
            <a:endParaRPr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23484" y="1825625"/>
            <a:ext cx="8345032" cy="4351338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7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Тестовые примеры и результаты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 smtClean="0"/>
              <a:t>Новая игра -</a:t>
            </a:r>
            <a:r>
              <a:rPr lang="en-US" dirty="0" smtClean="0"/>
              <a:t>&gt; </a:t>
            </a:r>
            <a:r>
              <a:rPr lang="ru-RU" dirty="0" smtClean="0"/>
              <a:t>Создается лавка со стартовым золотом и репутацией. Результат верный.</a:t>
            </a:r>
          </a:p>
          <a:p>
            <a:pPr>
              <a:defRPr/>
            </a:pPr>
            <a:r>
              <a:rPr lang="ru-RU" dirty="0" smtClean="0"/>
              <a:t>Закупка товара </a:t>
            </a:r>
            <a:r>
              <a:rPr lang="en-US" dirty="0" smtClean="0"/>
              <a:t>-&gt; </a:t>
            </a:r>
            <a:r>
              <a:rPr lang="ru-RU" dirty="0" smtClean="0"/>
              <a:t>Золото уменьшается, товар появляется на складе. Результат верный.</a:t>
            </a:r>
          </a:p>
          <a:p>
            <a:pPr>
              <a:defRPr/>
            </a:pPr>
            <a:r>
              <a:rPr lang="ru-RU" dirty="0" smtClean="0"/>
              <a:t>Продажа товара </a:t>
            </a:r>
            <a:r>
              <a:rPr lang="en-US" dirty="0" smtClean="0"/>
              <a:t>-&gt; </a:t>
            </a:r>
            <a:r>
              <a:rPr lang="ru-RU" dirty="0" smtClean="0"/>
              <a:t>золото и статистика увеличиваются, товар списывается, результат верный</a:t>
            </a:r>
          </a:p>
          <a:p>
            <a:pPr>
              <a:defRPr/>
            </a:pPr>
            <a:r>
              <a:rPr lang="ru-RU" dirty="0" smtClean="0"/>
              <a:t>Сохранение и загрузка позволяют восстанавливать игровой процесс. Результат верный.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8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Сложности и пути решения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 smtClean="0"/>
              <a:t>Реализация игрово</a:t>
            </a:r>
            <a:r>
              <a:rPr lang="ru-RU" dirty="0" smtClean="0"/>
              <a:t>й логики: закупка, продажа, репутации и случайные события.</a:t>
            </a:r>
          </a:p>
          <a:p>
            <a:pPr>
              <a:defRPr/>
            </a:pPr>
            <a:r>
              <a:rPr lang="ru-RU" dirty="0" smtClean="0"/>
              <a:t>Сохранение прогресса игры в файл и его корректная загрузка</a:t>
            </a:r>
          </a:p>
          <a:p>
            <a:pPr>
              <a:defRPr/>
            </a:pPr>
            <a:r>
              <a:rPr lang="ru-RU" dirty="0" smtClean="0"/>
              <a:t>Сборка готового </a:t>
            </a:r>
            <a:r>
              <a:rPr lang="en-US" dirty="0" smtClean="0"/>
              <a:t>.exe </a:t>
            </a:r>
            <a:r>
              <a:rPr lang="ru-RU" dirty="0" smtClean="0"/>
              <a:t>– приложения с иконкой и лицензией</a:t>
            </a:r>
          </a:p>
          <a:p>
            <a:pPr>
              <a:defRPr/>
            </a:pPr>
            <a:r>
              <a:rPr lang="ru-RU" dirty="0" smtClean="0"/>
              <a:t>Решение: Поэтапная разработка, тестирование функций и использование документации </a:t>
            </a:r>
            <a:r>
              <a:rPr lang="en-US" dirty="0" smtClean="0"/>
              <a:t>Python, GitHub </a:t>
            </a:r>
            <a:r>
              <a:rPr lang="ru-RU" dirty="0" smtClean="0"/>
              <a:t>и </a:t>
            </a:r>
            <a:r>
              <a:rPr lang="en-US" dirty="0" err="1" smtClean="0"/>
              <a:t>PyInstaller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Итоги и ожидаемая польза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 smtClean="0"/>
              <a:t>Создана рабочая консольная игра на </a:t>
            </a:r>
            <a:r>
              <a:rPr lang="en-US" dirty="0" smtClean="0"/>
              <a:t>Python</a:t>
            </a:r>
            <a:r>
              <a:rPr lang="ru-RU" dirty="0" smtClean="0"/>
              <a:t> «Лавка магических предметов»</a:t>
            </a:r>
          </a:p>
          <a:p>
            <a:pPr>
              <a:defRPr/>
            </a:pPr>
            <a:r>
              <a:rPr lang="ru-RU" dirty="0" smtClean="0"/>
              <a:t>Программа протестирована, собрана в </a:t>
            </a:r>
            <a:r>
              <a:rPr lang="en-US" dirty="0" smtClean="0"/>
              <a:t>.exe </a:t>
            </a:r>
            <a:r>
              <a:rPr lang="ru-RU" dirty="0" smtClean="0"/>
              <a:t>файл и размещена на </a:t>
            </a:r>
            <a:r>
              <a:rPr lang="en-US" dirty="0" smtClean="0"/>
              <a:t>GitHub </a:t>
            </a:r>
            <a:r>
              <a:rPr lang="ru-RU" dirty="0" smtClean="0"/>
              <a:t>с историей разработки.</a:t>
            </a:r>
          </a:p>
          <a:p>
            <a:pPr>
              <a:defRPr/>
            </a:pPr>
            <a:r>
              <a:rPr lang="ru-RU" dirty="0" smtClean="0"/>
              <a:t>Приложение может использоваться как учебный пример консольной игры и работы с </a:t>
            </a:r>
            <a:r>
              <a:rPr lang="en-US" dirty="0" smtClean="0"/>
              <a:t>Python</a:t>
            </a:r>
          </a:p>
          <a:p>
            <a:pPr>
              <a:defRPr/>
            </a:pPr>
            <a:r>
              <a:rPr lang="ru-RU" dirty="0" smtClean="0"/>
              <a:t>В будущем можно добавить больше товаров, новых событий, уровни сложности и </a:t>
            </a:r>
            <a:r>
              <a:rPr lang="ru-RU" smtClean="0"/>
              <a:t>таблицу рекордов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Благодарности и вопросы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Спасибо за внимание</a:t>
            </a:r>
            <a:endParaRPr dirty="0"/>
          </a:p>
          <a:p>
            <a:pPr marL="0" indent="0">
              <a:buNone/>
              <a:defRPr/>
            </a:pPr>
            <a:endParaRPr lang="ru-RU" dirty="0">
              <a:solidFill>
                <a:srgbClr val="07226D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11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438</Words>
  <Application>Microsoft Office PowerPoint</Application>
  <DocSecurity>0</DocSecurity>
  <PresentationFormat>Произвольный</PresentationFormat>
  <Paragraphs>55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Консольная игра «Лавка магических предметов»</vt:lpstr>
      <vt:lpstr>Проблема и актуальность</vt:lpstr>
      <vt:lpstr>Цель и задачи</vt:lpstr>
      <vt:lpstr>Краткое описание решения</vt:lpstr>
      <vt:lpstr>Технологии и инструменты</vt:lpstr>
      <vt:lpstr>Алгоритм / структура кода</vt:lpstr>
      <vt:lpstr>Демонстрация программы</vt:lpstr>
      <vt:lpstr>Тестовые примеры и результаты</vt:lpstr>
      <vt:lpstr>Сложности и пути решения</vt:lpstr>
      <vt:lpstr>Итоги и ожидаемая польза</vt:lpstr>
      <vt:lpstr>Благодарности и вопросы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Ксения</dc:creator>
  <cp:keywords/>
  <dc:description/>
  <cp:lastModifiedBy>Студент</cp:lastModifiedBy>
  <cp:revision>112</cp:revision>
  <dcterms:created xsi:type="dcterms:W3CDTF">2022-02-13T20:20:25Z</dcterms:created>
  <dcterms:modified xsi:type="dcterms:W3CDTF">2026-05-26T03:02:46Z</dcterms:modified>
  <cp:category/>
  <dc:identifier/>
  <cp:contentStatus/>
  <dc:language/>
  <cp:version/>
</cp:coreProperties>
</file>